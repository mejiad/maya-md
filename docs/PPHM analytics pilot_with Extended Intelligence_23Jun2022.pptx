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7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BDF3-4091-5AB0-B4AC-F268B3B73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32E24-8FC9-8FAE-40E3-94782F094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35BD4-127F-7DA0-D724-5C01B16A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90061-4D29-2EAC-2AE3-FD6BFC7F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94973-7DE5-3FD0-C82E-C73C82D4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4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B2D6-B7F6-C4AE-A26E-0B0645E3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D0945-C1AF-25A4-FBE4-D9F53D136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01B17-EB82-63BD-68D5-6A820A6E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3D87-1399-8D31-6DAF-53888543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3BB2E-CF69-E4AC-02EE-F94AC835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50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A4AF8-636B-12DF-67AA-26B66E4C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4F402-3911-1F6D-E6EF-BC88EF447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51FD1-344B-5861-1B7E-C916B9F7B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B5ECC-6D19-7A8C-07F6-C5733778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079A0-B69B-1F31-83B3-174E4274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7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5CF4-232E-983E-2786-831A464D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B6CC-EEEC-C96F-466B-20EA7CF1B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053D8-37D0-A5AE-6FD6-EE7E20A65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8DF1E-6D0C-E390-3B9F-9BBED7972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E3EB5-58C2-81A2-D955-5DD41E96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47B54-EA29-BFF4-C6EB-D2DB377C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3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9BD1-25A5-9EEA-B2A8-1835ED5A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A8AC-AB70-2E26-7504-BF2D79800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BACC8-B5F3-9E7D-7E02-A3813EED5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C18FB-4E58-B6AE-35F4-DC74895FE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CC35E-D4E9-2369-D5D4-97DB9EACE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23B91-1C8D-80A0-E385-2A3B3A53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80DD0-B5E7-B785-B612-5E9354F0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8DD72-AB44-8610-C2A7-B4BF131E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4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CD6F-D77A-285B-B8EA-E0EC9A83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4F5F4-331A-FF74-3B07-CAE9C02F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D1F26-9266-FD1F-CB82-2A847D55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D3A8F-141C-5993-EE19-07A6A316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0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2E5E1A-9613-DA30-CF12-302AB8DD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5FB7F-BCEB-74C3-A31F-092FD6F5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1A5ED-0144-2206-AC1C-4B86C96D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5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4E1F-79BD-9F8A-51EB-0A140CE0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D831A-AEC7-3092-9AA7-C5671E42B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B8559-FAFF-E0B0-D298-E795627FF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9EAD5-BE37-11F5-BBC3-73060CAB2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E311D-BCEF-C041-7755-D28FB758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D3B15-9776-138C-983D-4144C190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0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61BF-F951-AC55-0CD6-2DCDB2B5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5F7CC-5EE2-4427-97E3-16618DC00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BA191-6944-7A04-2EA7-110667E47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52912-B080-94C9-5694-27D5503C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28C82-C61F-99FF-1E0F-EC019136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44B3F-FF0C-DBC0-27F7-4CFA9BE3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2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81D5-0FBC-A5FE-5E73-FE169EA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6FEB1-192A-559B-FDC6-8112EDF85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804AC-3DE2-07CA-D38F-886087804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DD03C-2374-B1EA-B41B-772FADE9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AAA34-17A0-6E31-DFB5-1CC6DCC9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8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8A0BFB-3525-D11B-2D97-537596BD0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46CA1-5C6D-2C19-7BE1-6CDB0F928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D8670-765B-553E-3031-BD189E98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24F15-FF5C-51D8-EDF4-4F870613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FA881-07C3-6AD4-B399-AFAE7D40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03241-55BB-426B-045C-753A5C79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E30A1-4B01-0F83-8E4E-D5AA8789B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E01C7-A697-B8CB-364C-07E5BF6CC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590EA-7B54-1643-9144-39880C99EC7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2BF6-5A9E-6256-9611-C213B2C3A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FF0A-CF25-1DD8-14DD-B85738ADD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DCF6A-0273-4A40-9551-DB51A648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8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252E-AF29-9BF9-644B-2ADBC2B7F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/>
              <a:t>MayaMD</a:t>
            </a:r>
            <a:r>
              <a:rPr lang="en-US" sz="5400" b="1" dirty="0"/>
              <a:t> PPHM</a:t>
            </a:r>
            <a:br>
              <a:rPr lang="en-US" sz="5400" b="1" dirty="0"/>
            </a:br>
            <a:r>
              <a:rPr lang="en-US" sz="5400" b="1" dirty="0"/>
              <a:t>Data Analytics Use Cases</a:t>
            </a:r>
            <a:br>
              <a:rPr lang="en-US" sz="5400" b="1" dirty="0"/>
            </a:br>
            <a:r>
              <a:rPr lang="en-US" sz="3200" b="1" dirty="0">
                <a:solidFill>
                  <a:srgbClr val="0070C0"/>
                </a:solidFill>
              </a:rPr>
              <a:t>(draft)</a:t>
            </a:r>
            <a:endParaRPr lang="en-US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8971-38FD-6679-0D5E-53CA3A49E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4170"/>
            <a:ext cx="9144000" cy="12736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23</a:t>
            </a:r>
            <a:r>
              <a:rPr lang="en-US" baseline="30000" dirty="0"/>
              <a:t>rd</a:t>
            </a:r>
            <a:r>
              <a:rPr lang="en-US" dirty="0"/>
              <a:t> June 2022</a:t>
            </a:r>
          </a:p>
          <a:p>
            <a:endParaRPr lang="en-US" dirty="0"/>
          </a:p>
          <a:p>
            <a:r>
              <a:rPr lang="en-US" dirty="0" err="1"/>
              <a:t>MayaMD.ai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95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2C41-EFBE-5E17-BBE1-6B4714ED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Ideas for the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E8D28-4851-6B7F-1BCF-846888EB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686"/>
            <a:ext cx="10515600" cy="471827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500" b="1" dirty="0"/>
              <a:t>These are the things that comes to my mind immediately</a:t>
            </a:r>
            <a:r>
              <a:rPr lang="en-US" dirty="0"/>
              <a:t>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solidFill>
                  <a:srgbClr val="00B050"/>
                </a:solidFill>
              </a:rPr>
              <a:t>Albumin level and vitamin D and B12 deficiency  </a:t>
            </a:r>
            <a:r>
              <a:rPr lang="en-US" dirty="0">
                <a:solidFill>
                  <a:srgbClr val="00B050"/>
                </a:solidFill>
                <a:sym typeface="Wingdings" pitchFamily="2" charset="2"/>
              </a:rPr>
              <a:t>  All low values are relevant to show vitamin deficiencies </a:t>
            </a:r>
            <a:endParaRPr lang="en-US" dirty="0">
              <a:solidFill>
                <a:srgbClr val="00B050"/>
              </a:solidFill>
            </a:endParaRPr>
          </a:p>
          <a:p>
            <a:pPr lvl="2"/>
            <a:r>
              <a:rPr lang="en-US" dirty="0">
                <a:solidFill>
                  <a:srgbClr val="00B050"/>
                </a:solidFill>
              </a:rPr>
              <a:t>Looking at Age, Gender and BMI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dirty="0"/>
              <a:t>History of cancer and albumin level 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/>
              <a:t>Obesity and high TSH 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/>
              <a:t>History of TB and vitamin deficiency states 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/>
              <a:t>HbA1c and lipid panel abnormalities 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Oral cancer and vitamin D deficiency 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A simple approach is to look at all vitamin deficiency states and low albumin with their answers to questionnaires 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It means if someone has oral cancers, their vitamin D is low too - or something of that sort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38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133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MayaMD PPHM Data Analytics Use Cases (draft)</vt:lpstr>
      <vt:lpstr>Some Ideas for the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Deepu Rathi</dc:creator>
  <cp:lastModifiedBy>Deepu Rathi</cp:lastModifiedBy>
  <cp:revision>4</cp:revision>
  <dcterms:created xsi:type="dcterms:W3CDTF">2022-06-23T22:09:02Z</dcterms:created>
  <dcterms:modified xsi:type="dcterms:W3CDTF">2022-06-24T03:23:10Z</dcterms:modified>
</cp:coreProperties>
</file>